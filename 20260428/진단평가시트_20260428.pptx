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710" r:id="rId3"/>
  </p:sldMasterIdLst>
  <p:notesMasterIdLst>
    <p:notesMasterId r:id="rId5"/>
  </p:notesMasterIdLst>
  <p:sldIdLst>
    <p:sldId id="291" r:id="rId4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CCFFFF"/>
    <a:srgbClr val="FF9966"/>
    <a:srgbClr val="FF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81" autoAdjust="0"/>
  </p:normalViewPr>
  <p:slideViewPr>
    <p:cSldViewPr snapToGrid="0">
      <p:cViewPr varScale="1">
        <p:scale>
          <a:sx n="114" d="100"/>
          <a:sy n="114" d="100"/>
        </p:scale>
        <p:origin x="1446" y="108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894" cy="497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42" tIns="45921" rIns="91842" bIns="4592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715" y="0"/>
            <a:ext cx="2949894" cy="497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42" tIns="45921" rIns="91842" bIns="4592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358" y="4720829"/>
            <a:ext cx="5444486" cy="4472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42" tIns="45921" rIns="91842" bIns="459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066"/>
            <a:ext cx="2949894" cy="497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42" tIns="45921" rIns="91842" bIns="4592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715" y="9440066"/>
            <a:ext cx="2949894" cy="497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42" tIns="45921" rIns="91842" bIns="4592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09E47B4-EFF9-4D5B-A0DB-4F1613B30A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7045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9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42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66228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04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93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29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30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9074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218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771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655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81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033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2711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03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396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46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87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90186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56761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78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26288" y="131763"/>
            <a:ext cx="2284412" cy="5994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131763"/>
            <a:ext cx="6700838" cy="599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674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739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357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6636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999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24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868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5023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3909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53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024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151E6-D3E5-4BB1-9436-A053BA571E3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2168-BE56-459F-B5FC-BC7CA89C9B2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36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31763"/>
            <a:ext cx="89154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auto">
          <a:xfrm flipV="1">
            <a:off x="0" y="671513"/>
            <a:ext cx="9906000" cy="635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100000">
                <a:srgbClr val="B1B1E5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endParaRPr lang="ko-KR" altLang="en-US"/>
          </a:p>
        </p:txBody>
      </p:sp>
      <p:pic>
        <p:nvPicPr>
          <p:cNvPr id="1028" name="Picture 4" descr="DDTZ라인굵게흰색바탕053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63500"/>
            <a:ext cx="7207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4E151E6-D3E5-4BB1-9436-A053BA571E3F}" type="datetimeFigureOut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2026-04-28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/>
              <a:ea typeface="맑은 고딕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F2C2168-BE56-459F-B5FC-BC7CA89C9B23}" type="slidenum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/>
                <a:ea typeface="맑은 고딕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2632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 idx="4294967295"/>
          </p:nvPr>
        </p:nvSpPr>
        <p:spPr>
          <a:xfrm>
            <a:off x="135859" y="55384"/>
            <a:ext cx="7276729" cy="508000"/>
          </a:xfrm>
          <a:prstGeom prst="rect">
            <a:avLst/>
          </a:prstGeom>
        </p:spPr>
        <p:txBody>
          <a:bodyPr lIns="95784" tIns="47892" rIns="95784" bIns="47892">
            <a:no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ko-KR" altLang="en-US" sz="1800" dirty="0" smtClean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▣ </a:t>
            </a:r>
            <a:r>
              <a:rPr lang="ko-KR" altLang="en-US" sz="18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시스템 현황 첨부</a:t>
            </a:r>
            <a:endParaRPr lang="ko-KR" altLang="en-US" sz="1800" b="1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30" name="AutoShape 203"/>
          <p:cNvSpPr>
            <a:spLocks noChangeArrowheads="1"/>
          </p:cNvSpPr>
          <p:nvPr/>
        </p:nvSpPr>
        <p:spPr bwMode="auto">
          <a:xfrm>
            <a:off x="194472" y="732172"/>
            <a:ext cx="936104" cy="438065"/>
          </a:xfrm>
          <a:prstGeom prst="roundRect">
            <a:avLst>
              <a:gd name="adj" fmla="val 13069"/>
            </a:avLst>
          </a:prstGeom>
          <a:solidFill>
            <a:srgbClr val="F2F2F2"/>
          </a:solidFill>
          <a:ln w="12700" algn="ctr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0" tIns="0" rIns="0" bIns="0" anchor="ctr"/>
          <a:lstStyle/>
          <a:p>
            <a:pPr algn="ctr" defTabSz="882650" fontAlgn="auto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lang="ko-KR" altLang="en-US" sz="1200" kern="0" dirty="0" smtClean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대상항목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30680"/>
              </p:ext>
            </p:extLst>
          </p:nvPr>
        </p:nvGraphicFramePr>
        <p:xfrm>
          <a:off x="1364601" y="732166"/>
          <a:ext cx="8112900" cy="1649160"/>
        </p:xfrm>
        <a:graphic>
          <a:graphicData uri="http://schemas.openxmlformats.org/drawingml/2006/table">
            <a:tbl>
              <a:tblPr/>
              <a:tblGrid>
                <a:gridCol w="1228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2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64">
                <a:tc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카테고리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문항 및 </a:t>
                      </a:r>
                      <a:r>
                        <a:rPr kumimoji="1" lang="ko-KR" alt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기준</a:t>
                      </a:r>
                      <a:endParaRPr kumimoji="1" lang="ko-KR" altLang="en-US" sz="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73">
                <a:tc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모니터링 점검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개선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장애관리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</a:rPr>
                        <a:t>209.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</a:rPr>
                        <a:t>시스템 장애 발생 시 절차에 따라 조치 및 보고 관리되고 있다</a:t>
                      </a:r>
                      <a:r>
                        <a:rPr lang="en-US" altLang="ko-KR" sz="900" b="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</a:rPr>
                        <a:t>.</a:t>
                      </a:r>
                      <a:endParaRPr lang="ko-KR" altLang="en-US" sz="9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44">
                <a:tc gridSpan="3"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요청 내용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79">
                <a:tc gridSpan="3">
                  <a:txBody>
                    <a:bodyPr/>
                    <a:lstStyle/>
                    <a:p>
                      <a:pPr marL="0" marR="0" lvl="0" indent="0" algn="l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39775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155"/>
              </p:ext>
            </p:extLst>
          </p:nvPr>
        </p:nvGraphicFramePr>
        <p:xfrm>
          <a:off x="1364601" y="2406493"/>
          <a:ext cx="8112900" cy="4416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16408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9060" marR="9906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/>
        </p:nvCxnSpPr>
        <p:spPr>
          <a:xfrm>
            <a:off x="211976" y="575664"/>
            <a:ext cx="9253572" cy="0"/>
          </a:xfrm>
          <a:prstGeom prst="line">
            <a:avLst/>
          </a:prstGeom>
          <a:ln w="2540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203"/>
          <p:cNvSpPr>
            <a:spLocks noChangeArrowheads="1"/>
          </p:cNvSpPr>
          <p:nvPr/>
        </p:nvSpPr>
        <p:spPr bwMode="auto">
          <a:xfrm>
            <a:off x="211976" y="3044412"/>
            <a:ext cx="936104" cy="438065"/>
          </a:xfrm>
          <a:prstGeom prst="roundRect">
            <a:avLst>
              <a:gd name="adj" fmla="val 13069"/>
            </a:avLst>
          </a:prstGeom>
          <a:solidFill>
            <a:srgbClr val="F2F2F2"/>
          </a:solidFill>
          <a:ln w="12700" algn="ctr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0" tIns="0" rIns="0" bIns="0" anchor="ctr"/>
          <a:lstStyle/>
          <a:p>
            <a:pPr algn="ctr" defTabSz="882650" fontAlgn="auto" latinLnBrk="0">
              <a:spcBef>
                <a:spcPct val="30000"/>
              </a:spcBef>
              <a:spcAft>
                <a:spcPts val="0"/>
              </a:spcAft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증</a:t>
            </a:r>
            <a:r>
              <a:rPr lang="ko-KR" altLang="en-US" sz="1200" kern="0" dirty="0" smtClean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빙화면</a:t>
            </a:r>
          </a:p>
        </p:txBody>
      </p:sp>
    </p:spTree>
    <p:extLst>
      <p:ext uri="{BB962C8B-B14F-4D97-AF65-F5344CB8AC3E}">
        <p14:creationId xmlns:p14="http://schemas.microsoft.com/office/powerpoint/2010/main" val="4194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2454</TotalTime>
  <Words>35</Words>
  <Application>Microsoft Office PowerPoint</Application>
  <PresentationFormat>A4 용지(210x297mm)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HY헤드라인M</vt:lpstr>
      <vt:lpstr>굴림</vt:lpstr>
      <vt:lpstr>맑은 고딕</vt:lpstr>
      <vt:lpstr>현대하모니 B</vt:lpstr>
      <vt:lpstr>Arial</vt:lpstr>
      <vt:lpstr>1_기본 디자인</vt:lpstr>
      <vt:lpstr>기본 디자인</vt:lpstr>
      <vt:lpstr>Blank</vt:lpstr>
      <vt:lpstr>▣ 시스템 현황 첨부</vt:lpstr>
    </vt:vector>
  </TitlesOfParts>
  <Company>hmc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석윤</dc:creator>
  <cp:lastModifiedBy>Chang</cp:lastModifiedBy>
  <cp:revision>777</cp:revision>
  <cp:lastPrinted>2023-03-16T02:33:09Z</cp:lastPrinted>
  <dcterms:created xsi:type="dcterms:W3CDTF">2004-07-01T02:59:51Z</dcterms:created>
  <dcterms:modified xsi:type="dcterms:W3CDTF">2026-04-28T05:24:20Z</dcterms:modified>
</cp:coreProperties>
</file>