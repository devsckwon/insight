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1" r:id="rId2"/>
    <p:sldMasterId id="2147483710" r:id="rId3"/>
  </p:sldMasterIdLst>
  <p:notesMasterIdLst>
    <p:notesMasterId r:id="rId5"/>
  </p:notesMasterIdLst>
  <p:sldIdLst>
    <p:sldId id="291" r:id="rId4"/>
  </p:sldIdLst>
  <p:sldSz cx="9906000" cy="6858000" type="A4"/>
  <p:notesSz cx="6807200" cy="99393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6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C0C0"/>
    <a:srgbClr val="CCFFFF"/>
    <a:srgbClr val="FF9966"/>
    <a:srgbClr val="FF66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81" autoAdjust="0"/>
  </p:normalViewPr>
  <p:slideViewPr>
    <p:cSldViewPr snapToGrid="0">
      <p:cViewPr varScale="1">
        <p:scale>
          <a:sx n="114" d="100"/>
          <a:sy n="114" d="100"/>
        </p:scale>
        <p:origin x="1446" y="108"/>
      </p:cViewPr>
      <p:guideLst>
        <p:guide orient="horz" pos="2226"/>
        <p:guide pos="31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9894" cy="4976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842" tIns="45921" rIns="91842" bIns="45921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5715" y="0"/>
            <a:ext cx="2949894" cy="4976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842" tIns="45921" rIns="91842" bIns="45921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12788" y="746125"/>
            <a:ext cx="5381625" cy="37258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1358" y="4720829"/>
            <a:ext cx="5444486" cy="4472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842" tIns="45921" rIns="91842" bIns="4592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0066"/>
            <a:ext cx="2949894" cy="4976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842" tIns="45921" rIns="91842" bIns="45921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5715" y="9440066"/>
            <a:ext cx="2949894" cy="4976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842" tIns="45921" rIns="91842" bIns="45921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609E47B4-EFF9-4D5B-A0DB-4F1613B30A3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7704540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0098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425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66228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1047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8931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3290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2304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090741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602187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3771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06553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0813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90337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327110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41031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3964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90466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1878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7901861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756761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0786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26288" y="131763"/>
            <a:ext cx="2284412" cy="5994400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73050" y="131763"/>
            <a:ext cx="6700838" cy="59944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66740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151E6-D3E5-4BB1-9436-A053BA571E3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2026-04-28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2168-BE56-459F-B5FC-BC7CA89C9B2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57393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151E6-D3E5-4BB1-9436-A053BA571E3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2026-04-28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2168-BE56-459F-B5FC-BC7CA89C9B2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53578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151E6-D3E5-4BB1-9436-A053BA571E3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2026-04-28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2168-BE56-459F-B5FC-BC7CA89C9B2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66636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151E6-D3E5-4BB1-9436-A053BA571E3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2026-04-28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2168-BE56-459F-B5FC-BC7CA89C9B2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799956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151E6-D3E5-4BB1-9436-A053BA571E3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2026-04-28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2168-BE56-459F-B5FC-BC7CA89C9B2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92404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151E6-D3E5-4BB1-9436-A053BA571E3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2026-04-28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2168-BE56-459F-B5FC-BC7CA89C9B2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0868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151E6-D3E5-4BB1-9436-A053BA571E3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2026-04-28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2168-BE56-459F-B5FC-BC7CA89C9B2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25023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151E6-D3E5-4BB1-9436-A053BA571E3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2026-04-28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2168-BE56-459F-B5FC-BC7CA89C9B2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23909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151E6-D3E5-4BB1-9436-A053BA571E3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2026-04-28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2168-BE56-459F-B5FC-BC7CA89C9B2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0531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151E6-D3E5-4BB1-9436-A053BA571E3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2026-04-28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2168-BE56-459F-B5FC-BC7CA89C9B2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002453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151E6-D3E5-4BB1-9436-A053BA571E3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2026-04-28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2168-BE56-459F-B5FC-BC7CA89C9B2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4360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73050" y="131763"/>
            <a:ext cx="8915400" cy="417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smtClean="0"/>
              <a:t>마스터 제목 스타일 편집</a:t>
            </a:r>
          </a:p>
        </p:txBody>
      </p:sp>
      <p:sp>
        <p:nvSpPr>
          <p:cNvPr id="1027" name="Rectangle 3"/>
          <p:cNvSpPr>
            <a:spLocks noChangeArrowheads="1"/>
          </p:cNvSpPr>
          <p:nvPr userDrawn="1"/>
        </p:nvSpPr>
        <p:spPr bwMode="auto">
          <a:xfrm flipV="1">
            <a:off x="0" y="671513"/>
            <a:ext cx="9906000" cy="63500"/>
          </a:xfrm>
          <a:prstGeom prst="rect">
            <a:avLst/>
          </a:prstGeom>
          <a:gradFill rotWithShape="0">
            <a:gsLst>
              <a:gs pos="0">
                <a:srgbClr val="333399"/>
              </a:gs>
              <a:gs pos="100000">
                <a:srgbClr val="B1B1E5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/>
          <a:lstStyle/>
          <a:p>
            <a:endParaRPr lang="ko-KR" altLang="en-US"/>
          </a:p>
        </p:txBody>
      </p:sp>
      <p:pic>
        <p:nvPicPr>
          <p:cNvPr id="1028" name="Picture 4" descr="DDTZ라인굵게흰색바탕0530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5250" y="63500"/>
            <a:ext cx="720725" cy="585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3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30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30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30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30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30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30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30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30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54E151E6-D3E5-4BB1-9436-A053BA571E3F}" type="datetimeFigureOut">
              <a:rPr kumimoji="0" lang="ko-KR" altLang="en-US" smtClean="0">
                <a:solidFill>
                  <a:prstClr val="black">
                    <a:tint val="75000"/>
                  </a:prstClr>
                </a:solidFill>
                <a:latin typeface="맑은 고딕"/>
                <a:ea typeface="맑은 고딕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2026-04-28</a:t>
            </a:fld>
            <a:endParaRPr kumimoji="0" lang="ko-KR" altLang="en-US">
              <a:solidFill>
                <a:prstClr val="black">
                  <a:tint val="75000"/>
                </a:prstClr>
              </a:solidFill>
              <a:latin typeface="맑은 고딕"/>
              <a:ea typeface="맑은 고딕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ko-KR" altLang="en-US">
              <a:solidFill>
                <a:prstClr val="black">
                  <a:tint val="75000"/>
                </a:prstClr>
              </a:solidFill>
              <a:latin typeface="맑은 고딕"/>
              <a:ea typeface="맑은 고딕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8F2C2168-BE56-459F-B5FC-BC7CA89C9B23}" type="slidenum">
              <a:rPr kumimoji="0" lang="ko-KR" altLang="en-US" smtClean="0">
                <a:solidFill>
                  <a:prstClr val="black">
                    <a:tint val="75000"/>
                  </a:prstClr>
                </a:solidFill>
                <a:latin typeface="맑은 고딕"/>
                <a:ea typeface="맑은 고딕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kumimoji="0" lang="ko-KR" altLang="en-US">
              <a:solidFill>
                <a:prstClr val="black">
                  <a:tint val="75000"/>
                </a:prstClr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32632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ctrTitle" idx="4294967295"/>
          </p:nvPr>
        </p:nvSpPr>
        <p:spPr>
          <a:xfrm>
            <a:off x="135859" y="55384"/>
            <a:ext cx="7276729" cy="508000"/>
          </a:xfrm>
          <a:prstGeom prst="rect">
            <a:avLst/>
          </a:prstGeom>
        </p:spPr>
        <p:txBody>
          <a:bodyPr lIns="95784" tIns="47892" rIns="95784" bIns="47892">
            <a:noAutofit/>
          </a:bodyPr>
          <a:lstStyle/>
          <a:p>
            <a:pPr algn="l" eaLnBrk="1" hangingPunct="1">
              <a:spcBef>
                <a:spcPct val="50000"/>
              </a:spcBef>
            </a:pPr>
            <a:r>
              <a:rPr lang="ko-KR" altLang="en-US" sz="1800" dirty="0" smtClean="0">
                <a:latin typeface="현대하모니 B" panose="02020603020101020101" pitchFamily="18" charset="-127"/>
                <a:ea typeface="현대하모니 B" panose="02020603020101020101" pitchFamily="18" charset="-127"/>
              </a:rPr>
              <a:t>▣ </a:t>
            </a:r>
            <a:r>
              <a:rPr lang="ko-KR" altLang="en-US" sz="1800" b="1" dirty="0" smtClean="0">
                <a:latin typeface="현대하모니 B" panose="02020603020101020101" pitchFamily="18" charset="-127"/>
                <a:ea typeface="현대하모니 B" panose="02020603020101020101" pitchFamily="18" charset="-127"/>
              </a:rPr>
              <a:t>시스템 현황 첨부</a:t>
            </a:r>
            <a:endParaRPr lang="ko-KR" altLang="en-US" sz="1800" b="1" dirty="0">
              <a:solidFill>
                <a:srgbClr val="000000"/>
              </a:solidFill>
              <a:latin typeface="현대하모니 B" pitchFamily="18" charset="-127"/>
              <a:ea typeface="현대하모니 B" pitchFamily="18" charset="-127"/>
            </a:endParaRPr>
          </a:p>
        </p:txBody>
      </p:sp>
      <p:sp>
        <p:nvSpPr>
          <p:cNvPr id="30" name="AutoShape 203"/>
          <p:cNvSpPr>
            <a:spLocks noChangeArrowheads="1"/>
          </p:cNvSpPr>
          <p:nvPr/>
        </p:nvSpPr>
        <p:spPr bwMode="auto">
          <a:xfrm>
            <a:off x="194472" y="757339"/>
            <a:ext cx="936104" cy="438065"/>
          </a:xfrm>
          <a:prstGeom prst="roundRect">
            <a:avLst>
              <a:gd name="adj" fmla="val 13069"/>
            </a:avLst>
          </a:prstGeom>
          <a:solidFill>
            <a:srgbClr val="F2F2F2"/>
          </a:solidFill>
          <a:ln w="12700" algn="ctr">
            <a:solidFill>
              <a:schemeClr val="tx1">
                <a:lumMod val="85000"/>
                <a:lumOff val="15000"/>
              </a:schemeClr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0" tIns="0" rIns="0" bIns="0" anchor="ctr"/>
          <a:lstStyle/>
          <a:p>
            <a:pPr algn="ctr" defTabSz="882650" fontAlgn="auto" latinLnBrk="0">
              <a:spcBef>
                <a:spcPct val="30000"/>
              </a:spcBef>
              <a:spcAft>
                <a:spcPts val="0"/>
              </a:spcAft>
              <a:defRPr/>
            </a:pPr>
            <a:r>
              <a:rPr lang="ko-KR" altLang="en-US" sz="1200" kern="0" dirty="0" smtClean="0">
                <a:solidFill>
                  <a:srgbClr val="000000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대상항목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899307"/>
              </p:ext>
            </p:extLst>
          </p:nvPr>
        </p:nvGraphicFramePr>
        <p:xfrm>
          <a:off x="1364601" y="757335"/>
          <a:ext cx="8112900" cy="1649158"/>
        </p:xfrm>
        <a:graphic>
          <a:graphicData uri="http://schemas.openxmlformats.org/drawingml/2006/table">
            <a:tbl>
              <a:tblPr/>
              <a:tblGrid>
                <a:gridCol w="1228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1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22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2315">
                <a:tc>
                  <a:txBody>
                    <a:bodyPr/>
                    <a:lstStyle/>
                    <a:p>
                      <a:pPr marL="0" marR="0" lvl="0" indent="0" algn="ctr" defTabSz="739775" rtl="0" eaLnBrk="0" fontAlgn="base" latinLnBrk="1" hangingPunct="0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카테고리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39775" rtl="0" eaLnBrk="0" fontAlgn="base" latinLnBrk="1" hangingPunct="0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구분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39775" rtl="0" eaLnBrk="0" fontAlgn="base" latinLnBrk="1" hangingPunct="0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문항 및 평가기준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561">
                <a:tc>
                  <a:txBody>
                    <a:bodyPr/>
                    <a:lstStyle/>
                    <a:p>
                      <a:pPr marL="0" marR="0" lvl="0" indent="0" algn="ctr" defTabSz="739775" rtl="0" eaLnBrk="0" fontAlgn="base" latinLnBrk="1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모니터링 점검</a:t>
                      </a:r>
                      <a:r>
                        <a:rPr kumimoji="1" lang="en-US" altLang="ko-KR" sz="9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/</a:t>
                      </a:r>
                      <a:r>
                        <a:rPr kumimoji="1" lang="ko-KR" altLang="en-US" sz="9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개선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39775" rtl="0" eaLnBrk="0" fontAlgn="base" latinLnBrk="1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장애관리</a:t>
                      </a:r>
                      <a:endParaRPr kumimoji="1" lang="ko-KR" altLang="en-US" sz="9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39775" rtl="0" eaLnBrk="0" fontAlgn="base" latinLnBrk="1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</a:rPr>
                        <a:t>209.</a:t>
                      </a:r>
                      <a:r>
                        <a:rPr lang="en-US" altLang="ko-KR" sz="900" b="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</a:rPr>
                        <a:t> </a:t>
                      </a:r>
                      <a:r>
                        <a:rPr lang="ko-KR" altLang="en-US" sz="900" b="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</a:rPr>
                        <a:t>시스템 장애 발생 시 절차에 따라 조치 및 보고 관리되고 있다</a:t>
                      </a:r>
                      <a:r>
                        <a:rPr lang="en-US" altLang="ko-KR" sz="900" b="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</a:rPr>
                        <a:t>.</a:t>
                      </a:r>
                      <a:endParaRPr lang="ko-KR" altLang="en-US" sz="900" b="0" dirty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721">
                <a:tc gridSpan="3">
                  <a:txBody>
                    <a:bodyPr/>
                    <a:lstStyle/>
                    <a:p>
                      <a:pPr marL="0" marR="0" lvl="0" indent="0" algn="ctr" defTabSz="739775" rtl="0" eaLnBrk="0" fontAlgn="base" latinLnBrk="1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재평가 요청 내용</a:t>
                      </a:r>
                      <a:endParaRPr kumimoji="1" lang="ko-KR" altLang="en-US" sz="9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739775" rtl="0" eaLnBrk="0" fontAlgn="base" latinLnBrk="1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739775" rtl="0" eaLnBrk="0" fontAlgn="base" latinLnBrk="1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dirty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561">
                <a:tc gridSpan="3">
                  <a:txBody>
                    <a:bodyPr/>
                    <a:lstStyle/>
                    <a:p>
                      <a:pPr marL="0" marR="0" lvl="0" indent="0" algn="l" defTabSz="739775" rtl="0" eaLnBrk="0" fontAlgn="base" latinLnBrk="1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  </a:t>
                      </a:r>
                      <a:endParaRPr kumimoji="1" lang="en-US" altLang="ko-KR" sz="9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739775" rtl="0" eaLnBrk="0" fontAlgn="base" latinLnBrk="1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739775" rtl="0" eaLnBrk="0" fontAlgn="base" latinLnBrk="1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dirty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278677"/>
              </p:ext>
            </p:extLst>
          </p:nvPr>
        </p:nvGraphicFramePr>
        <p:xfrm>
          <a:off x="1309565" y="2443942"/>
          <a:ext cx="8161677" cy="4353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16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53792"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marL="99060" marR="9906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0" name="직선 연결선 9"/>
          <p:cNvCxnSpPr/>
          <p:nvPr/>
        </p:nvCxnSpPr>
        <p:spPr>
          <a:xfrm>
            <a:off x="211976" y="600831"/>
            <a:ext cx="9253572" cy="0"/>
          </a:xfrm>
          <a:prstGeom prst="line">
            <a:avLst/>
          </a:prstGeom>
          <a:ln w="25400" cmpd="sng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AutoShape 203"/>
          <p:cNvSpPr>
            <a:spLocks noChangeArrowheads="1"/>
          </p:cNvSpPr>
          <p:nvPr/>
        </p:nvSpPr>
        <p:spPr bwMode="auto">
          <a:xfrm>
            <a:off x="211976" y="3044412"/>
            <a:ext cx="936104" cy="438065"/>
          </a:xfrm>
          <a:prstGeom prst="roundRect">
            <a:avLst>
              <a:gd name="adj" fmla="val 13069"/>
            </a:avLst>
          </a:prstGeom>
          <a:solidFill>
            <a:srgbClr val="F2F2F2"/>
          </a:solidFill>
          <a:ln w="12700" algn="ctr">
            <a:solidFill>
              <a:schemeClr val="tx1">
                <a:lumMod val="85000"/>
                <a:lumOff val="15000"/>
              </a:schemeClr>
            </a:solidFill>
            <a:round/>
            <a:headEnd/>
            <a:tailEnd/>
          </a:ln>
          <a:effectLst>
            <a:outerShdw dist="35921" dir="2700000" algn="ctr" rotWithShape="0">
              <a:srgbClr val="808080"/>
            </a:outerShdw>
          </a:effectLst>
        </p:spPr>
        <p:txBody>
          <a:bodyPr wrap="none" lIns="0" tIns="0" rIns="0" bIns="0" anchor="ctr"/>
          <a:lstStyle/>
          <a:p>
            <a:pPr algn="ctr" defTabSz="882650" fontAlgn="auto" latinLnBrk="0">
              <a:spcBef>
                <a:spcPct val="30000"/>
              </a:spcBef>
              <a:spcAft>
                <a:spcPts val="0"/>
              </a:spcAft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증</a:t>
            </a:r>
            <a:r>
              <a:rPr lang="ko-KR" altLang="en-US" sz="1200" kern="0" dirty="0" smtClean="0">
                <a:solidFill>
                  <a:srgbClr val="000000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빙화면</a:t>
            </a:r>
          </a:p>
        </p:txBody>
      </p:sp>
    </p:spTree>
    <p:extLst>
      <p:ext uri="{BB962C8B-B14F-4D97-AF65-F5344CB8AC3E}">
        <p14:creationId xmlns:p14="http://schemas.microsoft.com/office/powerpoint/2010/main" val="4194418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기본 디자인">
  <a:themeElements>
    <a:clrScheme name="">
      <a:dk1>
        <a:srgbClr val="000000"/>
      </a:dk1>
      <a:lt1>
        <a:srgbClr val="FFFFFF"/>
      </a:lt1>
      <a:dk2>
        <a:srgbClr val="000000"/>
      </a:dk2>
      <a:lt2>
        <a:srgbClr val="000000"/>
      </a:lt2>
      <a:accent1>
        <a:srgbClr val="FFFFFF"/>
      </a:accent1>
      <a:accent2>
        <a:srgbClr val="000000"/>
      </a:accent2>
      <a:accent3>
        <a:srgbClr val="FFFFFF"/>
      </a:accent3>
      <a:accent4>
        <a:srgbClr val="000000"/>
      </a:accent4>
      <a:accent5>
        <a:srgbClr val="FFFFFF"/>
      </a:accent5>
      <a:accent6>
        <a:srgbClr val="000000"/>
      </a:accent6>
      <a:hlink>
        <a:srgbClr val="000000"/>
      </a:hlink>
      <a:folHlink>
        <a:srgbClr val="000000"/>
      </a:folHlink>
    </a:clrScheme>
    <a:fontScheme name="1_기본 디자인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1_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기본 디자인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2447</TotalTime>
  <Words>35</Words>
  <Application>Microsoft Office PowerPoint</Application>
  <PresentationFormat>A4 용지(210x297mm)</PresentationFormat>
  <Paragraphs>11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3</vt:i4>
      </vt:variant>
      <vt:variant>
        <vt:lpstr>슬라이드 제목</vt:lpstr>
      </vt:variant>
      <vt:variant>
        <vt:i4>1</vt:i4>
      </vt:variant>
    </vt:vector>
  </HeadingPairs>
  <TitlesOfParts>
    <vt:vector size="9" baseType="lpstr">
      <vt:lpstr>HY헤드라인M</vt:lpstr>
      <vt:lpstr>굴림</vt:lpstr>
      <vt:lpstr>맑은 고딕</vt:lpstr>
      <vt:lpstr>현대하모니 B</vt:lpstr>
      <vt:lpstr>Arial</vt:lpstr>
      <vt:lpstr>1_기본 디자인</vt:lpstr>
      <vt:lpstr>기본 디자인</vt:lpstr>
      <vt:lpstr>Blank</vt:lpstr>
      <vt:lpstr>▣ 시스템 현황 첨부</vt:lpstr>
    </vt:vector>
  </TitlesOfParts>
  <Company>hmc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석윤</dc:creator>
  <cp:lastModifiedBy>20070801</cp:lastModifiedBy>
  <cp:revision>768</cp:revision>
  <cp:lastPrinted>2023-03-16T02:33:09Z</cp:lastPrinted>
  <dcterms:created xsi:type="dcterms:W3CDTF">2004-07-01T02:59:51Z</dcterms:created>
  <dcterms:modified xsi:type="dcterms:W3CDTF">2026-04-28T04:47:51Z</dcterms:modified>
</cp:coreProperties>
</file>